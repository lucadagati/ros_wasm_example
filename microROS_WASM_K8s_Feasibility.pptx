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Operational Technology on Kubernetes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/>
            </a:pPr>
            <a:r>
              <a:t>OT Infrastructure</a:t>
            </a:r>
          </a:p>
          <a:p>
            <a:pPr>
              <a:spcAft>
                <a:spcPts val="400"/>
              </a:spcAft>
              <a:defRPr sz="1600"/>
            </a:pPr>
            <a:r>
              <a:t>• Industrial control systems</a:t>
            </a:r>
          </a:p>
          <a:p>
            <a:pPr>
              <a:spcAft>
                <a:spcPts val="400"/>
              </a:spcAft>
              <a:defRPr sz="1600"/>
            </a:pPr>
            <a:r>
              <a:t>• Real-time data processing</a:t>
            </a:r>
          </a:p>
          <a:p>
            <a:pPr>
              <a:spcAft>
                <a:spcPts val="1600"/>
              </a:spcAft>
              <a:defRPr sz="1600"/>
            </a:pPr>
            <a:r>
              <a:t>• Distributed sensor networks</a:t>
            </a:r>
          </a:p>
          <a:p>
            <a:pPr>
              <a:spcAft>
                <a:spcPts val="1000"/>
              </a:spcAft>
              <a:defRPr sz="2200" b="1"/>
            </a:pPr>
            <a:r>
              <a:t>Kubernetes Orchestration</a:t>
            </a:r>
          </a:p>
          <a:p>
            <a:pPr>
              <a:spcAft>
                <a:spcPts val="400"/>
              </a:spcAft>
              <a:defRPr sz="1600"/>
            </a:pPr>
            <a:r>
              <a:t>• Container orchestration</a:t>
            </a:r>
          </a:p>
          <a:p>
            <a:pPr>
              <a:spcAft>
                <a:spcPts val="400"/>
              </a:spcAft>
              <a:defRPr sz="1600"/>
            </a:pPr>
            <a:r>
              <a:t>• Scalable microservices</a:t>
            </a:r>
          </a:p>
          <a:p>
            <a:pPr>
              <a:defRPr sz="1600"/>
            </a:pPr>
            <a:r>
              <a:t>• High availability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006633"/>
                </a:solidFill>
              </a:defRPr>
            </a:pPr>
            <a:r>
              <a:t>Project Goal</a:t>
            </a:r>
          </a:p>
          <a:p>
            <a:pPr>
              <a:spcAft>
                <a:spcPts val="1600"/>
              </a:spcAft>
              <a:defRPr sz="1800" b="1"/>
            </a:pPr>
            <a:r>
              <a:t>Run microROS inside WebAssembly runtime</a:t>
            </a:r>
          </a:p>
          <a:p>
            <a:pPr>
              <a:spcAft>
                <a:spcPts val="1000"/>
              </a:spcAft>
              <a:defRPr sz="2000" b="1"/>
            </a:pPr>
            <a:r>
              <a:t>Key Benefits</a:t>
            </a:r>
          </a:p>
          <a:p>
            <a:pPr>
              <a:spcAft>
                <a:spcPts val="600"/>
              </a:spcAft>
              <a:defRPr sz="1600"/>
            </a:pPr>
            <a:r>
              <a:t>✓ Lightweight &amp; Portable</a:t>
            </a:r>
          </a:p>
          <a:p>
            <a:pPr>
              <a:spcAft>
                <a:spcPts val="600"/>
              </a:spcAft>
              <a:defRPr sz="1600"/>
            </a:pPr>
            <a:r>
              <a:t>✓ Secure sandbox</a:t>
            </a:r>
          </a:p>
          <a:p>
            <a:pPr>
              <a:spcAft>
                <a:spcPts val="600"/>
              </a:spcAft>
              <a:defRPr sz="1600"/>
            </a:pPr>
            <a:r>
              <a:t>✓ Near-native performance</a:t>
            </a:r>
          </a:p>
          <a:p>
            <a:pPr>
              <a:defRPr sz="1600"/>
            </a:pPr>
            <a:r>
              <a:t>✓ K8s orchestration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Complete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i="1">
                <a:solidFill>
                  <a:srgbClr val="646464"/>
                </a:solidFill>
              </a:defRPr>
            </a:pPr>
            <a:r>
              <a:t>ROS executing inside WASM Runtime on Kubernetes</a:t>
            </a:r>
          </a:p>
        </p:txBody>
      </p:sp>
      <p:pic>
        <p:nvPicPr>
          <p:cNvPr id="4" name="Picture 3" descr="architecture_comple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System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646464"/>
                </a:solidFill>
              </a:defRPr>
            </a:pPr>
            <a:r>
              <a:t>Complete workflow: ROS executes inside WASM from deployment to message processing</a:t>
            </a:r>
          </a:p>
        </p:txBody>
      </p:sp>
      <p:pic>
        <p:nvPicPr>
          <p:cNvPr id="4" name="Picture 3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Communication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646464"/>
                </a:solidFill>
              </a:defRPr>
            </a:pPr>
            <a:r>
              <a:t>ROS operations execute inside WASM runtime</a:t>
            </a:r>
          </a:p>
        </p:txBody>
      </p:sp>
      <p:pic>
        <p:nvPicPr>
          <p:cNvPr id="4" name="Picture 3" descr="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03366"/>
                </a:solidFill>
              </a:defRPr>
            </a:pPr>
            <a:r>
              <a:t>Kubernetes Deployment Architecture</a:t>
            </a:r>
          </a:p>
        </p:txBody>
      </p:sp>
      <p:pic>
        <p:nvPicPr>
          <p:cNvPr id="3" name="Picture 2" descr="k8s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82296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3366"/>
                </a:solidFill>
              </a:defRPr>
            </a:pPr>
            <a:r>
              <a:t>System Component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646464"/>
                </a:solidFill>
              </a:defRPr>
            </a:pPr>
            <a:r>
              <a:t>ROS components executing in WASM runtime</a:t>
            </a:r>
          </a:p>
        </p:txBody>
      </p:sp>
      <p:pic>
        <p:nvPicPr>
          <p:cNvPr id="4" name="Picture 3" descr="componen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822960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3366"/>
                </a:solidFill>
              </a:defRPr>
            </a:pPr>
            <a:r>
              <a:t>Feasibility: Can We Run ROS in WASM?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/>
            </a:pPr>
            <a:r>
              <a:t>Technical Challenges</a:t>
            </a:r>
          </a:p>
          <a:p>
            <a:pPr>
              <a:spcAft>
                <a:spcPts val="400"/>
              </a:spcAft>
              <a:defRPr sz="1800" b="1"/>
            </a:pPr>
            <a:r>
              <a:t>1. System Calls &amp; I/O</a:t>
            </a:r>
          </a:p>
          <a:p>
            <a:pPr>
              <a:spcAft>
                <a:spcPts val="1000"/>
              </a:spcAft>
              <a:defRPr sz="1400"/>
            </a:pPr>
            <a:r>
              <a:t>   WASM limited access → WASI/host bindings</a:t>
            </a:r>
          </a:p>
          <a:p>
            <a:pPr>
              <a:spcAft>
                <a:spcPts val="400"/>
              </a:spcAft>
              <a:defRPr sz="1800" b="1"/>
            </a:pPr>
            <a:r>
              <a:t>2. Real-time Constraints</a:t>
            </a:r>
          </a:p>
          <a:p>
            <a:pPr>
              <a:spcAft>
                <a:spcPts val="1000"/>
              </a:spcAft>
              <a:defRPr sz="1400"/>
            </a:pPr>
            <a:r>
              <a:t>   Deterministic timing → WASM &lt;1ms latency</a:t>
            </a:r>
          </a:p>
          <a:p>
            <a:pPr>
              <a:spcAft>
                <a:spcPts val="400"/>
              </a:spcAft>
              <a:defRPr sz="1800" b="1"/>
            </a:pPr>
            <a:r>
              <a:t>3. Memory Management</a:t>
            </a:r>
          </a:p>
          <a:p>
            <a:pPr>
              <a:defRPr sz="1400"/>
            </a:pPr>
            <a:r>
              <a:t>   Linear memory → Compatible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/>
            </a:pPr>
            <a:r>
              <a:t>Assessment Results</a:t>
            </a:r>
          </a:p>
          <a:p>
            <a:pPr>
              <a:spcAft>
                <a:spcPts val="1400"/>
              </a:spcAft>
              <a:defRPr sz="2400" b="1">
                <a:solidFill>
                  <a:srgbClr val="009900"/>
                </a:solidFill>
              </a:defRPr>
            </a:pPr>
            <a:r>
              <a:t>FEASIBILITY: HIGH</a:t>
            </a:r>
          </a:p>
          <a:p>
            <a:pPr>
              <a:spcAft>
                <a:spcPts val="600"/>
              </a:spcAft>
              <a:defRPr sz="1600"/>
            </a:pPr>
            <a:r>
              <a:t>✓ ROS in WASM: Feasible</a:t>
            </a:r>
          </a:p>
          <a:p>
            <a:pPr>
              <a:spcAft>
                <a:spcPts val="600"/>
              </a:spcAft>
              <a:defRPr sz="1600"/>
            </a:pPr>
            <a:r>
              <a:t>✓ ROS2 DDS: Portable to WASM</a:t>
            </a:r>
          </a:p>
          <a:p>
            <a:pPr>
              <a:spcAft>
                <a:spcPts val="600"/>
              </a:spcAft>
              <a:defRPr sz="1600"/>
            </a:pPr>
            <a:r>
              <a:t>✓ Direct WASM-to-WASM: Yes</a:t>
            </a:r>
          </a:p>
          <a:p>
            <a:pPr>
              <a:spcAft>
                <a:spcPts val="600"/>
              </a:spcAft>
              <a:defRPr sz="1600"/>
            </a:pPr>
            <a:r>
              <a:t>✓ Memory: Lightweight (&lt;100KB)</a:t>
            </a:r>
          </a:p>
          <a:p>
            <a:pPr>
              <a:spcAft>
                <a:spcPts val="1400"/>
              </a:spcAft>
              <a:defRPr sz="1600"/>
            </a:pPr>
            <a:r>
              <a:t>✓ Performance: Near-native</a:t>
            </a:r>
          </a:p>
          <a:p>
            <a:pPr>
              <a:spcAft>
                <a:spcPts val="800"/>
              </a:spcAft>
              <a:defRPr sz="2000" b="1"/>
            </a:pPr>
            <a:r>
              <a:t>Next Steps</a:t>
            </a:r>
          </a:p>
          <a:p>
            <a:pPr>
              <a:spcAft>
                <a:spcPts val="400"/>
              </a:spcAft>
              <a:defRPr sz="1500"/>
            </a:pPr>
            <a:r>
              <a:t>• Port microROS to WASM</a:t>
            </a:r>
          </a:p>
          <a:p>
            <a:pPr>
              <a:spcAft>
                <a:spcPts val="400"/>
              </a:spcAft>
              <a:defRPr sz="1500"/>
            </a:pPr>
            <a:r>
              <a:t>• Implement ROS2 DDS in WASM</a:t>
            </a:r>
          </a:p>
          <a:p>
            <a:pPr>
              <a:defRPr sz="1500"/>
            </a:pPr>
            <a:r>
              <a:t>• Deploy on K8s (Wasmtime)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